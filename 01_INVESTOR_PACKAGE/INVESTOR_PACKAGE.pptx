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COMPAS (ARCHITECTURAL_DESIGN)</a:t>
            </a:r>
          </a:p>
          <a:p>
            <a: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COMPAS is an Anticloud FZ LLE integration of Computational framework for architecture,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ARCHITECTURAL_DESIGN.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