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COMPAS | Category: ARCHITECTURAL_DESIGN</a:t>
            </a:r>
          </a:p>
          <a:p>
            <a:r>
              <a:t>Upstream: https://github.com/compas-dev/compas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COMPAS (Computational framework for architecture),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MIT;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