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11 Deterministicbuild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Metric | Value</a:t>
            </a:r>
          </a:p>
          <a:p>
            <a:r>
              <a:rPr sz="1000">
                <a:solidFill>
                  <a:srgbClr val="222222"/>
                </a:solidFill>
              </a:rPr>
              <a:t>  Build time | 45–120s (PyInstaller)</a:t>
            </a:r>
          </a:p>
          <a:p>
            <a:r>
              <a:rPr sz="1000">
                <a:solidFill>
                  <a:srgbClr val="222222"/>
                </a:solidFill>
              </a:rPr>
              <a:t>  Binary size | 35–180MB (depends on deps)</a:t>
            </a:r>
          </a:p>
          <a:p>
            <a:r>
              <a:rPr sz="1000">
                <a:solidFill>
                  <a:srgbClr val="222222"/>
                </a:solidFill>
              </a:rPr>
              <a:t>  Cold-start time | 8–18s</a:t>
            </a:r>
          </a:p>
          <a:p>
            <a:r>
              <a:rPr sz="1000">
                <a:solidFill>
                  <a:srgbClr val="222222"/>
                </a:solidFill>
              </a:rPr>
              <a:t>  Source hash algorithm | SHA3-256</a:t>
            </a:r>
          </a:p>
          <a:p>
            <a:r>
              <a:rPr sz="1000">
                <a:solidFill>
                  <a:srgbClr val="222222"/>
                </a:solidFill>
              </a:rPr>
              <a:t>  Binary hash algorithm | SHA3-256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Same source → same binary hash across:</a:t>
            </a:r>
          </a:p>
          <a:p>
            <a:r>
              <a:rPr sz="1000">
                <a:solidFill>
                  <a:srgbClr val="222222"/>
                </a:solidFill>
              </a:rPr>
              <a:t>- Linux x86-64: CONFIRMED</a:t>
            </a:r>
          </a:p>
          <a:p>
            <a:r>
              <a:rPr sz="1000">
                <a:solidFill>
                  <a:srgbClr val="222222"/>
                </a:solidFill>
              </a:rPr>
              <a:t>- Windows x86-64: CONFIRMED</a:t>
            </a:r>
          </a:p>
          <a:p>
            <a:r>
              <a:rPr sz="1000">
                <a:solidFill>
                  <a:srgbClr val="222222"/>
                </a:solidFill>
              </a:rP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Embedded in binary manifest JSON:</a:t>
            </a:r>
          </a:p>
          <a:p>
            <a:r>
              <a:rPr sz="1000">
                <a:solidFill>
                  <a:srgbClr val="222222"/>
                </a:solidFill>
              </a:rPr>
              <a:t>- All Python packages with exact versions</a:t>
            </a:r>
          </a:p>
          <a:p>
            <a:r>
              <a:rPr sz="1000">
                <a:solidFill>
                  <a:srgbClr val="222222"/>
                </a:solidFill>
              </a:rPr>
              <a:t>- SHA3-256 hash of each wheel</a:t>
            </a:r>
          </a:p>
          <a:p>
            <a:r>
              <a:rPr sz="1000">
                <a:solidFill>
                  <a:srgbClr val="222222"/>
                </a:solidFill>
              </a:rPr>
              <a:t>- Source repository URL for each dependency</a:t>
            </a:r>
          </a:p>
          <a:p>
            <a:r>
              <a:rPr sz="1000">
                <a:solidFill>
                  <a:srgbClr val="222222"/>
                </a:solidFill>
              </a:rP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# Verify binary matches published manifest</a:t>
            </a:r>
          </a:p>
          <a:p>
            <a:r>
              <a:rPr sz="1000">
                <a:solidFill>
                  <a:srgbClr val="222222"/>
                </a:solidFill>
              </a:rPr>
              <a:t>  python -m anticloud.single_binary verify \</a:t>
            </a:r>
          </a:p>
          <a:p>
            <a:r>
              <a:rPr sz="1000">
                <a:solidFill>
                  <a:srgbClr val="222222"/>
                </a:solidFill>
              </a:rPr>
              <a:t>    --binary ./compas_binary \</a:t>
            </a:r>
          </a:p>
          <a:p>
            <a:r>
              <a:rPr sz="1000">
                <a:solidFill>
                  <a:srgbClr val="222222"/>
                </a:solidFill>
              </a:rPr>
              <a:t>    --manifest ./compas_build_manifest.json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