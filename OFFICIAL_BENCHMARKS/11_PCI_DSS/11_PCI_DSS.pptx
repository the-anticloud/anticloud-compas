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11 Pci Dss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2026-10-02T09:25:26.221268Z | Framework ID: 11_PCI_DSS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PCI DSS v4.0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Req 3 (Protect Data), Req 7 (Access), Req 10 (Logging), Req 12 (Security Policy)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12/12 requirements: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Req 3.5; SHA3-256 audit chain satisfies Req 10.3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eeef1a1317848e2c778e004cbd080b807152ca70f2bb34a01cad0575d6ffa600</a:t>
            </a:r>
          </a:p>
          <a:p>
            <a:r>
              <a:rPr sz="1000">
                <a:solidFill>
                  <a:srgbClr val="222222"/>
                </a:solidFill>
              </a:rPr>
              <a:t>  SHA3-256 (chain) | a3582d07e68d2a475bfbe5a09154df2e10107b46030463a63643fc455ed2a149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2026-10-02T09:25:26.221268Z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