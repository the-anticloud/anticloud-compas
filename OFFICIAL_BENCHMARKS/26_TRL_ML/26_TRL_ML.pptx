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2026-10-02T09:25:28.184363Z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1255595629b3fc6b5b2fb490044d5f4d3c2a37eed6b177954d082d341cb6f4ea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2026-10-02T09:25:28.184363Z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